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大学物理 - 牛顿第二定律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教学演示文稿（由智教云生成）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概念：力如何改变运动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视觉：宇宙飞船、赛车、投掷球的动态合成图。</a:t>
            </a:r>
          </a:p>
          <a:p>
            <a:pPr/>
            <a:r>
              <a:t>- 备注：同学们好！今天我们来聊聊物理学中一个“万能”的定律，它既管天上的星星，也管地上的皮球。想想看，为什么轻轻一推，小车就动了？大力一脚，足球就飞了？这背后有一个简洁而强大的规律。</a:t>
            </a:r>
          </a:p>
          <a:p>
            <a:pPr/>
            <a:r>
              <a:t>- 视觉：一个中心为“牛顿动力学”的思维导图，连接“运动学（描述）”和“动力学（解释）”。突出“牛顿第二定律”是核心桥梁。</a:t>
            </a:r>
          </a:p>
          <a:p>
            <a:pPr/>
            <a:r>
              <a:t>- 要点：核心地位：连接运动学（运动描述）与动力学（运动原因）的桥梁。</a:t>
            </a:r>
          </a:p>
          <a:p>
            <a:pPr/>
            <a:r>
              <a:t>- 动画：思维导图逐个出现，核心桥梁最后高亮。</a:t>
            </a:r>
          </a:p>
          <a:p>
            <a:pPr/>
            <a:r>
              <a:t>- 备注：大家有没有想过，我们之前学的速度、加速度是“描述”运动，是“结果”。而今天学的牛顿第二定律，是“解释”运动，是“原因”。它告诉我们，力这个“因”，如何产生加速度这个“果”。</a:t>
            </a:r>
          </a:p>
          <a:p>
            <a:pPr/>
            <a:r>
              <a:t>- 视觉：左侧是牛顿肖像和名言“动量的变化率正比于外力...”，右侧是手写体公式：**F = d(mv)/dt = dp/dt**。</a:t>
            </a:r>
          </a:p>
          <a:p>
            <a:pPr/>
            <a:r>
              <a:t>- 要点：普适定义：物体动量的变化率等于其所受的合外力。**F = dp/dt** (p=mv，动量)。</a:t>
            </a:r>
          </a:p>
          <a:p>
            <a:pPr/>
            <a:r>
              <a:t>- 动画：名言先出现，随后公式手写动画浮现。</a:t>
            </a:r>
          </a:p>
          <a:p>
            <a:pPr/>
            <a:r>
              <a:t>- 备注：注意，这是最普遍、最准确的表达！力不是直接等于质量乘以加速度，而是等于“动量”的变化快慢。这就像银行的利息，不是看你有多少本金（质量），而是看你本金变化的速度。这个定义能处理质量变化的系统，比如火箭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详解：从公式到应用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视觉：左侧列出推导步骤：1. **F = dp/dt**；2. p=mv；3. 若m恒定，则 **F = d(mv)/dt = m dv/dt**；4. 因 a = dv/dt，故 **F = ma**。右侧用流程图展示。</a:t>
            </a:r>
          </a:p>
          <a:p>
            <a:pPr/>
            <a:r>
              <a:t>- 要点：推导 **F=ma**：由普遍定义 **F=dp/dt** 及 p=mv，当质量m为常数时，**F = d(mv)/dt = m (dv/dt) = ma**。</a:t>
            </a:r>
          </a:p>
          <a:p>
            <a:pPr/>
            <a:r>
              <a:t>- 动画：推导步骤逐步出现，右侧流程图同步点亮。</a:t>
            </a:r>
          </a:p>
          <a:p>
            <a:pPr/>
            <a:r>
              <a:t>- 备注：看，这就是从“高级”公式到“常用”公式的降维过程。关键在于“质量恒定”这个条件。如果质量变化，比如燃烧的火箭，我们就必须回到原始公式 **F = d(mv)/dt**，这里既有v的变化，也有m的变化。</a:t>
            </a:r>
          </a:p>
          <a:p>
            <a:pPr/>
            <a:r>
              <a:t>- 视觉：一个物体受F1, F2, F3三个力，通过平行四边形法则求合力F合。下方分解图：F合在x, y坐标轴上分解为Fx和Fy。</a:t>
            </a:r>
          </a:p>
          <a:p>
            <a:pPr/>
            <a:r>
              <a:t>- 要点：核心应用步骤：1. 确定研究对象；2. 受力分析（画受力图）；3. 求所有力的矢量合 → **F合**；4. 由 **F合 = ma** 列方程。</a:t>
            </a:r>
          </a:p>
          <a:p>
            <a:pPr/>
            <a:r>
              <a:t>- 动画：三个力逐个出现，合力矢量动态合成。坐标轴出现，合力分解为两个分量。</a:t>
            </a:r>
          </a:p>
          <a:p>
            <a:pPr/>
            <a:r>
              <a:t>- 备注：力是矢量，有方向！所以不能简单加减。我们必须像快递分拣一样，把所有力按坐标轴方向（比如水平和竖直）分解，然后在每个方向上分别应用F=ma。这叫做“分量式”。</a:t>
            </a:r>
          </a:p>
          <a:p>
            <a:pPr/>
            <a:r>
              <a:t>- 视觉：中心物体，画出直角坐标系x-y。列出公式：**ΣFx = max**, **ΣFy = may**。旁边附自然坐标系（切向与法向）公式：**ΣFt = mat**, **ΣFn = man = mv²/ρ**。</a:t>
            </a:r>
          </a:p>
          <a:p>
            <a:pPr/>
            <a:r>
              <a:t>直角坐标系：**ΣFx = max**, **ΣFy = may**。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重难点与常见误区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【PPT-12：误区1：F=ma 中的 F 是谁？】</a:t>
            </a:r>
          </a:p>
          <a:p>
            <a:pPr/>
            <a:r>
              <a:t>- 视觉：一个物体被手推着靠在墙上。画出所有力：推力F手、墙的支持力N、重力G、静摩擦力f。用醒目的箭头标出“合外力F合”。</a:t>
            </a:r>
          </a:p>
          <a:p>
            <a:pPr/>
            <a:r>
              <a:t>- 要点：关键纠正：F 是物体所受的“所有外力”的矢量和（合外力）。不是某一个力，除非该物体只受一个力。</a:t>
            </a:r>
          </a:p>
          <a:p>
            <a:pPr/>
            <a:r>
              <a:t>- 动画：所有力逐个出现，最后合力箭头高亮闪烁，其他力变暗。</a:t>
            </a:r>
          </a:p>
          <a:p>
            <a:pPr/>
            <a:r>
              <a:t>- 备注：同学们最常犯的错就是把公式里的F当成题目给的某个单独的力。大家记住，F是“合外力”，是“净力”。就像拔河，要看两边拉力的差值，而不是某一队的力气。</a:t>
            </a:r>
          </a:p>
          <a:p>
            <a:pPr/>
            <a:r>
              <a:t>- 视觉：对比图。左：地面观察者看匀速前进的小车，小球自由落体，轨迹为直线。右：小车上的观察者看同一个小球，轨迹为曲线。在右侧图上打一个大问号。</a:t>
            </a:r>
          </a:p>
          <a:p>
            <a:pPr/>
            <a:r>
              <a:t>- 要点：难点：牛顿定律只在惯性系成立。在加速运动的参考系（非惯性系）中直接应用F=ma会得到错误结果，需要引入“惯性力”进行修正。</a:t>
            </a:r>
          </a:p>
          <a:p>
            <a:pPr/>
            <a:r>
              <a:t>- 动画：左右场景同步播放小球下落动画，突出轨迹差异。问号闪烁。</a:t>
            </a:r>
          </a:p>
          <a:p>
            <a:pPr/>
            <a:r>
              <a:t>- 备注：大家有没有在加速启动的公交车里感觉被向后推？那其实不是有个真实的力推你，而是因为你（作为观察者）在加速，你的参考系“坏掉了”。在这个“坏掉”的参考系里，要强行用牛顿定律，就必须虚拟出一个“惯性力”来解释现象。</a:t>
            </a:r>
          </a:p>
          <a:p>
            <a:pPr/>
            <a:r>
              <a:t>【PPT-14：难点1：瞬时性的深入理解】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总结：知识框架与升华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视觉：三个并排的图标：1. 公式图标 **F=dp/dt**；2. 矢量箭头图标（方向）；3. 闪电图标（瞬时）。下方大字：因果、矢量、瞬时。</a:t>
            </a:r>
          </a:p>
          <a:p>
            <a:pPr/>
            <a:r>
              <a:t>- 要点：核心回顾：1. 因果律：合外力是产生加速度的原因。2. 矢量性：方向一致，按坐标分解。3. 瞬时性：同生共死，a可突变。</a:t>
            </a:r>
          </a:p>
          <a:p>
            <a:pPr/>
            <a:r>
              <a:t>- 备注：让我们记住牛顿第二定律的三大特质：它是讲因果的（力决定a），它是讲方向的（矢量的游戏），它是讲即时的（说变就变）。掌握这三点，就抓住了它的灵魂。</a:t>
            </a:r>
          </a:p>
          <a:p>
            <a:pPr/>
            <a:r>
              <a:t>- 视觉：一个金字塔图。底层：运动学 (v, a, s)。中层：牛顿定律 (F=ma, 连接力与运动)。顶层：守恒定律 (能量、动量)。箭头从下至上，标注“由因求果”；从上至下，标注“由果溯因”。</a:t>
            </a:r>
          </a:p>
          <a:p>
            <a:pPr/>
            <a:r>
              <a:t>- 要点：承上启下：牛顿第二定律是解决动力学问题的“基本法”。当力已知时，可由它求运动（积分问题）；当运动已知时，可由它求力（微分问题）。</a:t>
            </a:r>
          </a:p>
          <a:p>
            <a:pPr/>
            <a:r>
              <a:t>- 动画：金字塔从底层开始构建，中层“牛顿定律”高亮。箭头动画双向流动。</a:t>
            </a:r>
          </a:p>
          <a:p>
            <a:pPr/>
            <a:r>
              <a:t>- 备注：牛顿第二定律处在中心枢纽位置。往下看，它用力和质量解释了加速度。往上看，通过对力和位移、时间的积累，可以推导出动量定理、动能定理，进而通往更高层次的守恒定律。它是经典力学大厦最重要的基石之一。</a:t>
            </a:r>
          </a:p>
          <a:p>
            <a:pPr/>
            <a:r>
              <a:t>- 视觉：三个相互连接的齿轮，分别标为第一、第二、第三定律。第二定律的齿轮最大且在中心转动。</a:t>
            </a:r>
          </a:p>
          <a:p>
            <a:pPr/>
            <a:r>
              <a:t>- 要点：体系关系：第一定律（惯性定律）定义了惯性系，并是第二定律在F=0时的特例。第二定律是核心定量规律。第三定律（作用与反作用）保证了力的相互性，是进行受力分析、寻找“合外力”的基础。</a:t>
            </a:r>
          </a:p>
          <a:p>
            <a:pPr/>
            <a:r>
              <a:t>- 动画：三个齿轮啮合转动，强调第二定律带动其他。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习题：挑战你的思维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视觉：题目图文：斜面上一木块，已知质量m、斜面倾角θ、摩擦系数μ。求下滑加速度a。</a:t>
            </a:r>
          </a:p>
          <a:p>
            <a:pPr/>
            <a:r>
              <a:t>- 要点：题1（基础）：一质量为m的物体从倾角为θ的固定斜面下滑，滑动摩擦系数为μ。求物体下滑的加速度。并讨论a&gt;0（下滑）的条件。</a:t>
            </a:r>
          </a:p>
          <a:p>
            <a:pPr/>
            <a:r>
              <a:t>- 备注：这是标准建模题，考查受力分解和分量式应用。注意，结果a = g(sinθ - μ cosθ)。当 sinθ &gt; μ cosθ 时，物体才能下滑。这告诉我们，摩擦系数μ实际上决定了斜面能有多“陡”。</a:t>
            </a:r>
          </a:p>
          <a:p>
            <a:pPr/>
            <a:r>
              <a:t>- 视觉：图示：阿特伍德机——轻滑轮两侧悬挂质量分别为m1和m2（m1&gt;m2）的物体，绳不可伸长。</a:t>
            </a:r>
          </a:p>
          <a:p>
            <a:pPr/>
            <a:r>
              <a:t>- 要点：题2（综合）：已知m1, m2, 滑轮质量及转动惯量忽略不计。求两物体的加速度大小a和绳中张力T。要求分别用整体法和隔离法求解，并比较。</a:t>
            </a:r>
          </a:p>
          <a:p>
            <a:pPr/>
            <a:r>
              <a:t>- 动画：展示装置图，然后动态演示两物体一个上升一个下降。</a:t>
            </a:r>
          </a:p>
          <a:p>
            <a:pPr/>
            <a:r>
              <a:t>- 备注：这是连接体问题的经典模型。整体法时，要把（m1+m2）看成系统吗？小心，因为重力不是唯一的外力，还有滑轮轴对系统的力。更巧妙的整体法是把两物体和地球看成系统，用机械能守恒？不，这里要求用牛顿定律。还是老老实实隔离吧！</a:t>
            </a:r>
          </a:p>
          <a:p>
            <a:pPr/>
            <a:r>
              <a:t>- 视觉：一个简单的草图：地面上一个带有电动机和螺旋桨的小车（或气垫船模型）。</a:t>
            </a:r>
          </a:p>
          <a:p>
            <a:pPr/>
            <a:r>
              <a:t>- 要点：题3（设计分析）：设计一个实验方案，来验证“加速度与合外力成正比（在质量一定时）”。请说明需要哪些仪器，测量哪些物理量，如何控制变量（保持质量不变），以及如何处理数据。你能想到几种不同的施加合外力的方法？</a:t>
            </a:r>
          </a:p>
          <a:p>
            <a:pPr/>
            <a:r>
              <a:t>- 动画：草图周围出现问号、测量工具图标（尺、计时器、测力计等）。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幻灯片设计精要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每一页PPT只讲一个核心子概念或一个步骤。</a:t>
            </a:r>
          </a:p>
          <a:p>
            <a:pPr/>
            <a:r>
              <a:t>- 多用高质量的示意图、物理情境图、动画模拟截图，少用纯文字罗列。</a:t>
            </a:r>
          </a:p>
          <a:p>
            <a:pPr/>
            <a:r>
              <a:t>- 配色：深蓝/黑色背景，亮色（白、黄、浅蓝）文字和线条，突出科技感和清晰度。</a:t>
            </a:r>
          </a:p>
          <a:p>
            <a:pPr/>
            <a:r>
              <a:t>- 要点：使用震撼、有趣的宏观或微观动态视频/图片开场（如行星运动、赛车、粒子碰撞）。</a:t>
            </a:r>
          </a:p>
          <a:p>
            <a:pPr/>
            <a:r>
              <a:t>- 视觉：大图铺满，文字精简且字号大，置于图片空白或半透明衬底上。</a:t>
            </a:r>
          </a:p>
          <a:p>
            <a:pPr/>
            <a:r>
              <a:t>- 动画：图片视频自动播放，标题飞入。目的：激发兴趣，建立直观印象。</a:t>
            </a:r>
          </a:p>
          <a:p>
            <a:pPr/>
            <a:r>
              <a:t>- 要点：公式是焦点，必须清晰、巨大、排版优美。使用专业的公式编辑器。</a:t>
            </a:r>
          </a:p>
          <a:p>
            <a:pPr/>
            <a:r>
              <a:t>- 视觉：将公式置于画面中央。用箭头、框图、颜色高亮来关联公式的不同部分与物理意义（如用红色框出F，箭头指向“合外力”图示）。</a:t>
            </a:r>
          </a:p>
          <a:p>
            <a:pPr/>
            <a:r>
              <a:t>- 动画：公式逐步出现，配合讲解。相关注解随后浮现。</a:t>
            </a:r>
          </a:p>
          <a:p>
            <a:pPr/>
            <a:r>
              <a:t>【原理推导与分解页（如PPT-6，7，8）】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